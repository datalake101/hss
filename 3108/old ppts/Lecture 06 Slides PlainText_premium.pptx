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Infectious Disease Prevention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Examines diseases caused by bacteria, viruses, parasites, and fungi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Covers vaccination, hygiene, food/water safety, STI prevention, and outbreak control tools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COVID-19 case study shows nearly every tool from this lecture working together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applies nearly the entire course: prevention levels, strategies, and behavior change all combine here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person's prevention choices directly affect others, unlike most chronic disease behaviors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how vaccines prevent disease at individual AND population levels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herd immunity, including real examples of it working and failing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Identify key hygiene and sanitation prevention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isolation, quarantine, and contact tracing, and the real difference between them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Discuss the growing challenge of antimicrobial resistance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What Makes Infectious Disease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Spreads person-to-person, animal-to-person, or via contaminated food/water/surfaces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person's prevention choice directly affects others (contrast: David's morning walk mostly affects David alone)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Explains why infectious disease control relies heavily on population-level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Operates at all four ecological model layers (Lecture 2)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Core insight: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your health and my health are mechanically linked, not just abstractly connected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Vaccination: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Trains the immune system to recognize/fight a germ WITHOUT experiencing the real disease first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underlying principle as Edward Jenner's 1796 cowpox discovery (Lecture 1), but now via rigorous testing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Vaccine types: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weakened live virus, inactivated/killed virus, a piece of the germ's protein, or genetic instructions directing cells to produce a harmless piece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 accomplish the same primary prevention goal: training defenses BEFORE real exposure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Immune system builds "memory cells" that persist for years, sometimes a lifetime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Smallpox Eradication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Once killed millions annually; coordinated global campaign led WHO to declare eradication in 1980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Only human disease ever fully eliminated from Earth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Strategy: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"ring vaccination": rapidly vaccinate everyone in contact with a new case, creating an immune "ring"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Hybrid strategy: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combines primary prevention with contact-tracing-style investigation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Clearest demonstration of primary prevention succeeding at the largest possible scale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Polio Near-Eradication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Once paralyzed hundreds of thousands of children annually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Sustained campaigns, including workers reaching remote villages on foot/boat, eliminated polio in most of the world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Fewer countries still report cases; eradication has taken far longer than smallpox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Why: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many polio infections show no symptoms, making tracking harder; conflict zones/remote areas complicate the final push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"National Immunization Days": house-to-house campaigns vaccinating an entire country's children within a few concentrated days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Herd Immunity: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enough people are immune, disease struggles to spread, indirectly protecting those who can't be vaccinated (newborns, immunocompromised)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measles vaccination rates protect infants too young for the vaccine themselves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disease has a "basic reproduction number" determining how contagious it 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Highly contagious diseases (measles) require ~95% immunity for herd protection; less contagious diseases require a lower threshold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Vaccination isn't purely individual, it's also protection for the whole community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Herd Immunity: When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vaccination rates drop below the disease-specific threshold, previously controlled diseases can return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measles outbreaks in regions with declining local vaccination rates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Herd immunity requires SUSTAINED, ongoing participation, not a one-time achievement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Paradox: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vaccination's own success can lower perceived susceptibility (Lecture 5's Health Belief Model), reducing urgency to keep vaccinating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National averages can mask dangerous local pockets of low coverage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Handwashing: A Simple but Powerful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effective, lowest-cost prevention tools in all of public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Strict hospital handwashing protocols measurably reduce infection spread within wards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School handwashing before lunch reduces illness-related absences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Recommended technique: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at least 20 seconds with soap, covering all surfaces including between fingers/under nails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Even trained healthcare workers sometimes skip it under time pressure, requiring environmental redesign (sanitizer at every room entrance)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Hand Hygiene: When It Matters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moments: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before eating, after restroom use, after coughing/sneezing, after touching shared surfaces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food worker washing hands between handling raw chicken and preparing salad prevents cross-contamination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Many pathogens spread via the fecal-oral route or via contaminated surfaces touched then transferred to the face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Handwashing physically removes pathogens before transfer, interrupting the transmission chain at a common, easily-broken point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Hand sanitizer is a reasonable backup when soap/water aren't available, but less effective overall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Safe Food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Restaurant health inspections (the posted letter grade) ensure safe storage, cooking, handling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proper refrigeration temperatures and separate cutting boards for raw meat vs. vegetables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Combines individual-level hygiene AND systems-level policy enforcement (Lecture 4's policy change strategy)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single contaminated batch in a large supply chain can sicken people across states/countries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Traceability systems help identify contamination sources quickly and speed up recalls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Safe Water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Water treatment (filtration + chlorination) prevents cholera and typhoid before they reach anyone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connects to John Snow's 1854 Broad Street pump story (Lecture 1): the systematic, modern version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Steps: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filtration removes debris, chemical disinfection kills remaining bacteria/viruses, additional steps address specific contaminants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Still sickens millions annually in places lacking reliable clean water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equitable prevention tools in public health history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Sexually Transmitted Infection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Consistent condom use and regular testing reduce spread of chlamydia, gonorrhea, HIV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Free/low-cost clinic testing enables earlier knowledge of status and treatment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Stigma discourages testing even when freely available, connects to Lecture 5's subjective norms concept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programs use respectful, non-judgmental provider training to reduce this barrier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Partner notification (related to contact tracing) helps break transmission chains, requiring genuine trust and sensitivity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Pre-Exposure Prophylaxis,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Daily medication for HIV-negative individuals at ongoing risk, significantly reduces HIV transmission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Unlike a one-time vaccine, requires ongoing daily adherence plus regular testing/counseling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prevention requiring sustained behavior change (Lecture 5's maintenance stage concepts apply directly)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Programs combining medication with counseling and testing see higher consistent, correct use than medication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Public health programs combining PrEP with testing have contributed to declining new HIV diagnoses in several regions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Isolation: Definition and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Separates people who are ALREADY SICK and confirmed contagious from healthy people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active TB patient in a private, specially-ventilated hospital room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word: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"sick": isolation applies to confirmed cases only (contrast with quarantine, next slide)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Special ventilation reflects that some infections (like TB) spread via airborne particles lingering in room air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Isolation genuinely burdens patients psychologically; well-designed protocols balance infection control with emotional wellbeing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Quarantine: Definition and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Separates/restricts movement of people EXPOSED but NOT YET confirmed sick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cruise ship travelers exposed to a known outbreak quarantine for the disease's incubation period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Memory rule: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isolation = already sick; quarantine = possibly exposed, not yet confirmed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Duration is matched carefully to a specific disease's incubation period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create financial hardship (missed work): some systems pair quarantine with paid leave to support compliance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Contact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Identifies/notifies people possibly exposed to an infected person, enabling early testing/isolation/quarantine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TB investigators interview a diagnosed patient about recent close contacts, then test/monitor each 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genuine skill and sensitivity, asking for private, sensitive information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Trust is essential; a distrusted program yields incomplete information, weakening the entire effort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Skilled tracers use techniques resembling motivational interviewing (Lecture 5): open questions, non-judgmental listening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Surveillance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Ongoing tracking of case counts, lab reports, and unusual patterns to detect outbreaks early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sudden ER visit spike for a specific symptom cluster can trigger investigation before lab confirmation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Described as the "smoke detector" of public health, catches warning signs before an obvious crisis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Modern sources include hospital data, lab reports, pharmacy sales, and even wastewater testing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Faster detection means faster deployment of contact tracing, isolation, and quarantine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The 1854 London Cholera Outbreak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revisit of John Snow's story with modern outbreak-investigation context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Snow's mapping was a primitive but genuinely effective version of surveillance/outbreak investigation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 lacked lab confirmation or formal contact tracing, germ theory didn't exist yet in 1854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Modern investigators combine Snow's mapping logic with lab testing, contact tracing, and genetic sequencing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Underlying logic unchanged in 170 years: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find the pattern, find the source, remove the source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Antimicrobial Resistance: A Growing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Overuse/misuse of antibiotics allows some bacteria to evolve resistance to standard treatments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MRSA no longer responds to many antibiotics that easily cured similar infections decades ago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Mechanism: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antibiotics kill most bacteria, but resistant mutants survive and multiply unchecked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Threatens routine procedures (surgery, chemotherapy, transplants) that depend on treatable bacterial infection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serious long-term threats facing modern medicine, per major health organizations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Preventing Antimicrobial Resistance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Strategies: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prescribe antibiotics only when necessary, complete full prescribed courses, reduce antibiotic use in livestock farming, develop new antibiotics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hospital "antibiotic stewardship" programs review prescriptions to slow resistant strain development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Doctors may over-prescribe under patient pressure despite knowing the guidelines, a knowledge-action gap (Lecture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Resistant strains, like infectious diseases generally, spread internationally through travel and trade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the same kind of global cooperation discussed later in this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Vector-Borne Disease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Diseases spreading via insects (mosquitoes, ticks) rather than directly person-to-person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malaria prevention uses insecticide-treated bed nets and spraying standing water breeding sites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Lyme disease prevention uses tick checks and protective clothing in wooded/grassy areas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strategy must match the specific transmission pathway (insect bite vs. respiratory droplet)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Environmental management (draining standing water, clearing brush) is a form of environmental design (Lecture 4) applied to vectors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COVID-19 Pandemic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Combined nearly every tool from this lecture simultaneously: rapid vaccine development, masking/distancing, isolation, quarantine, contact tracing, mass media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Illustrates Lecture 4's combined-strategy lesson at the largest scale most of us have witnessed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Required massive, sustained global behavior change simultaneously (Lecture 5 concepts applied at population scale)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Different countries adopted meaningfully different approaches with varying success and genuine ongoing debate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Reflects real ethical tension between restrictive measures and their broader social/economic costs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Health Security and International Cooperation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Infectious disease doesn't respect national borders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WHO's International Health Regulations require prompt outbreak reporting, enabling faster global response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Without coordinated reporting, an outbreak could spread further before other countries even become aware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Mechanisms include shared lab networks, coordinated stockpiles, and joint training programs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topic revisited in Lecture 9's global health systems discussion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Vaccine Hesitancy: A Modern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Misinformation and distrust lead some communities to decline vaccination, weakening herd immunity locally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measles outbreaks in areas with declining vaccination rates, despite free vaccine availability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a behavior change challenge, not simply a lack of correct information (Lecture 5's knowledge-action gap)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Sources of hesitancy vary: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safety concerns, historical mistrust of institutions, or simply low perceived susceptibility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Different sources require different, tailored responses, not one uniform message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Addressing Vaccine Hesitancy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Respectful, non-judgmental conversations with trusted providers, essentially motivational interviewing applied to vaccines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Involving trusted community messengers connects to Social Cognitive Theory's observational learning (Lecture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pediatrician answering specific parent questions individually often outperforms a mass media campaign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Timing matters: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matching approach to a person's Stages of Change readiness (firmly opposed vs. anxious-but-open)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Trust and respectful relationships tend to be more persuasive than broad, impersonal messaging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Infectious Disease Prevention in Low-Resource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Relies more on community health workers, basic sanitation, and mass campaigns than advanced hospital infrastructure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door-to-door polio vaccination teams reaching remote areas without any formal clinic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"Task-shifting" (formalized in Lecture 9) allows trained community members to deliver services without full physician training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Sophisticated technology isn't always the most impactful tool, a trusted community worker can be more effective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reflects Lecture 4's community mobilization strategy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Vaccination, hygiene, and safe food/water = core primary prevention tools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Herd immunity requires sustained participation to remain effective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Isolation (already sick), quarantine (possibly exposed), contact tracing, and surveillance = core outbreak control tools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Antimicrobial resistance (biological) and vaccine hesitancy (psychological/social) are two major modern challenges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COVID-19 case study shows nearly every tool working together, echoing Lecture 4's combined-strategy lesson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quarantine ever be legally mandatory, and who decides the enforcement threshold?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public health address vaccine hesitancy without further alienating distrustful communities?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global cooperation on infectious disease control realistic given competing national interests?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antimicrobial resistance eventually undo many of the gains discussed in this lecture?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Steven Johnson, "The Ghost Map" (2006):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1854 cholera outbreak narrative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explainer document on herd immunity and outbreak response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CDC's annual "Antibiotic Resistance Threats" report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WHO's International Health Regulations overview document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public health balance individual liberty against community protection during outbreak control?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climate change expand vector-borne disease ranges into regions with little management experience?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wealthier nations be obligated to share vaccine supply during a global outbreak, even at short-term cost?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Laurie Garrett, "The Coming Plague: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Newly Emerging Diseases in a World Out of Balance" (1994)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WHO's annual "Ten Threats to Global Health" report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CDC's "Principles of Epidemiology in Public Health Practice" training manual, outbreak investigation and contact tracing 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Infectious Disease Prevention and Control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